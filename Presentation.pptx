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 SemiBold" pitchFamily="2" charset="-78"/>
      <p:regular r:id="rId13"/>
      <p:bold r:id="rId14"/>
    </p:embeddedFont>
    <p:embeddedFont>
      <p:font typeface="Sora Bold" pitchFamily="2" charset="0"/>
      <p:regular r:id="rId15"/>
      <p:bold r:id="rId16"/>
    </p:embeddedFont>
    <p:embeddedFont>
      <p:font typeface="Sora Light" pitchFamily="2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4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189658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Student Academic Performance Analytics Dashboard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729061"/>
            <a:ext cx="47671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centralized, intelligent platform integrating attendance, internal marks, and machine learning to monitor, analyze, and predict student academic performance — empowering institutions to support every learner's success.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3748162"/>
            <a:ext cx="1538585" cy="205680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6" name="Text 3"/>
          <p:cNvSpPr/>
          <p:nvPr/>
        </p:nvSpPr>
        <p:spPr>
          <a:xfrm>
            <a:off x="3984129" y="3788718"/>
            <a:ext cx="1833414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ACADEMIC INNOVATION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09171" y="3748162"/>
            <a:ext cx="1118741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1A2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0356" y="3788718"/>
            <a:ext cx="141357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695554" y="3748162"/>
            <a:ext cx="1311622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1A2D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76740" y="3788718"/>
            <a:ext cx="1606451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BFE04-159A-F58E-E115-149A5B9069F6}"/>
              </a:ext>
            </a:extLst>
          </p:cNvPr>
          <p:cNvSpPr txBox="1"/>
          <p:nvPr/>
        </p:nvSpPr>
        <p:spPr>
          <a:xfrm>
            <a:off x="3902943" y="4146724"/>
            <a:ext cx="1905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GOLLI BHARAT KUMAR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323129512016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32718"/>
            <a:ext cx="819611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Problem: Academic Risk Goes Undetected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921544"/>
            <a:ext cx="5246191" cy="297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7069" y="2148408"/>
            <a:ext cx="2717676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Most institutions lack a unified system to monitor student performance in real time. Faculty rely on manual records, delayed reports, and intuition — often identifying struggling students only after failure occurs.</a:t>
            </a:r>
            <a:endParaRPr lang="en-US" sz="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4045000"/>
            <a:ext cx="2687389" cy="6657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6744" y="4149700"/>
            <a:ext cx="2439888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Siloed Data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616744" y="4346451"/>
            <a:ext cx="243988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Attendance, marks, and results exist in disconnected systems with no cross-referencing.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231" y="4045000"/>
            <a:ext cx="2687464" cy="6657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71031" y="4149700"/>
            <a:ext cx="2439963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Reactive Intervention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371031" y="4346451"/>
            <a:ext cx="2439963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Students at risk are identified too late for meaningful academic support.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593" y="4045000"/>
            <a:ext cx="2687389" cy="6657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5394" y="4149700"/>
            <a:ext cx="2439888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No Predictive Insight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6125394" y="4346451"/>
            <a:ext cx="243988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Faculty lack tools to forecast performance or personalize mentoring.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1567"/>
            <a:ext cx="8196114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Project Objectives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73943" y="904801"/>
            <a:ext cx="8653314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platform is designed to transform academic monitoring from reactive to proactive through six core objectives.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73943" y="1148507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4448" y="1259012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736" y="1346299"/>
            <a:ext cx="142801" cy="1428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4448" y="1658987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Unified Data Integration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4448" y="1882527"/>
            <a:ext cx="383574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Consolidate attendance, internal marks, exam results, and historical records into one platform.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13300" y="1148507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23805" y="1259012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1092" y="1346299"/>
            <a:ext cx="142801" cy="1428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3805" y="1658987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23805" y="1882527"/>
            <a:ext cx="383574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subject-wise performance, attendance percentages, and grade trends as they happen.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3943" y="2377157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4448" y="2487662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36" y="2574950"/>
            <a:ext cx="142801" cy="1428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4448" y="2887638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Predictive Intelligence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4448" y="3111178"/>
            <a:ext cx="3835747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Apply ML models to forecast outcomes and flag at-risk students early.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13300" y="2377157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23805" y="2487662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1092" y="2574950"/>
            <a:ext cx="142801" cy="1428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23805" y="2887638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Automated Alerts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723805" y="3111178"/>
            <a:ext cx="383574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Notify faculty and students of low attendance, poor performance, and academic risk.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73943" y="3605808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4448" y="3716313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1736" y="3803600"/>
            <a:ext cx="142801" cy="14280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4448" y="4116288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Analytical Reports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84448" y="4339828"/>
            <a:ext cx="383574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performance summaries and predictive statistics for faculty and administrators.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613300" y="3605808"/>
            <a:ext cx="4056757" cy="1146051"/>
          </a:xfrm>
          <a:prstGeom prst="roundRect">
            <a:avLst>
              <a:gd name="adj" fmla="val 387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23805" y="3716313"/>
            <a:ext cx="317376" cy="317376"/>
          </a:xfrm>
          <a:prstGeom prst="ellipse">
            <a:avLst/>
          </a:prstGeom>
          <a:solidFill>
            <a:srgbClr val="1A2D7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1092" y="3803600"/>
            <a:ext cx="142801" cy="14280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23805" y="4116288"/>
            <a:ext cx="3835747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Secure &amp; Scalable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723805" y="4339828"/>
            <a:ext cx="3835747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Deliver a role-based, secure platform for schools, colleges, and universities.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5865"/>
            <a:ext cx="8196114" cy="271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Architecture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747787"/>
            <a:ext cx="8196114" cy="3750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631" y="1252655"/>
            <a:ext cx="1929530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&amp; Presentation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77631" y="1555714"/>
            <a:ext cx="1998402" cy="291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Attendance, marks, results; dashboards, alerts, reports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7762" y="2412640"/>
            <a:ext cx="1837240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762" y="2715699"/>
            <a:ext cx="1837240" cy="437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cleaning, normalization, feature engineering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77631" y="3049227"/>
            <a:ext cx="1908378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ML Analytics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77631" y="3352286"/>
            <a:ext cx="1998402" cy="437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Risk classification, performance prediction, trend modeling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943" y="4555257"/>
            <a:ext cx="8196114" cy="2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platform follows a modular four-layer architecture — from raw data ingestion through intelligent processing to role-based dashboards — ensuring clean data flow, scalable ML pipelines, and a responsive user experience for all stakeholders.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6270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Platform Modules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778943"/>
            <a:ext cx="845716" cy="522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2470845"/>
            <a:ext cx="192211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Attendance &amp; Marks Tracker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997324"/>
            <a:ext cx="1922115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attendance capture and internal marks entry with real-time percentage calculations and threshold alerts.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276" y="1778943"/>
            <a:ext cx="845716" cy="522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5276" y="2470845"/>
            <a:ext cx="19221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Predictive ML Engine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565276" y="2774677"/>
            <a:ext cx="1922115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Trained regression and classification models that forecast grades, detect academic risk, and recommend interventions.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609" y="1778943"/>
            <a:ext cx="845716" cy="522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6609" y="2470845"/>
            <a:ext cx="192211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656609" y="2997324"/>
            <a:ext cx="1922115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Subject-wise performance charts, attendance heatmaps, grade trend lines, and predictive scorecards for all user roles.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942" y="1778943"/>
            <a:ext cx="845716" cy="522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7942" y="2470845"/>
            <a:ext cx="192211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Alert &amp; Reporting System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747942" y="2997324"/>
            <a:ext cx="1922115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for low attendance and poor performance, plus downloadable analytical reports for administrators.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Machine Learning &amp; Predictive Analytics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713556"/>
            <a:ext cx="4010323" cy="4010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4497" y="2279972"/>
            <a:ext cx="4010323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Predictive Capabilities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4497" y="2436465"/>
            <a:ext cx="4010323" cy="39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Grade Forecasting:</a:t>
            </a: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Predicts end-of-semester grades using current attendance and internal marks.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Risk Classification:</a:t>
            </a: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Binary and multi-class models identify students at low, medium, or high academic risk.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Trend Modeling:</a:t>
            </a: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Time-series analysis reveals performance trajectories across semesters.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Intervention Scoring:</a:t>
            </a: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Recommends personalized mentoring actions based on predicted outcomes.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4497" y="2871788"/>
            <a:ext cx="4010323" cy="280839"/>
          </a:xfrm>
          <a:prstGeom prst="roundRect">
            <a:avLst>
              <a:gd name="adj" fmla="val 10759"/>
            </a:avLst>
          </a:prstGeom>
          <a:solidFill>
            <a:srgbClr val="D5DCF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381" y="2965326"/>
            <a:ext cx="89892" cy="71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8157" y="2924101"/>
            <a:ext cx="370477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are retrained each semester using updated academic records, continuously improving prediction accuracy.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8413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Dashboard &amp; Data Visualization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28498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26801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the Dashboard Delivers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626022"/>
            <a:ext cx="3932858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Subject-wise attendance vs. performance correlation charts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Semester-over-semester grade trend lines per student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Class-level performance distribution and cohort comparisons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Predicted vs. actual grade gap analysis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At-risk student list with risk scores and recommended actions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1962" y="3887391"/>
            <a:ext cx="39328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Faculty and administrators access role-based views with drill-down capabilities from institution-wide summaries to individual student profiles.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68"/>
            <a:ext cx="8196114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Implementation Methodology &amp; Technology Stack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858813"/>
            <a:ext cx="8196114" cy="2247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1900" y="1670800"/>
            <a:ext cx="1238576" cy="46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Requirements &amp; Design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461900" y="2200826"/>
            <a:ext cx="1238576" cy="6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Stakeholder interviews, schema, wireframes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3541" y="1143361"/>
            <a:ext cx="1238576" cy="700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Backend Development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133541" y="1906860"/>
            <a:ext cx="1238576" cy="46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APIs, database setup, ML model training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36721" y="1670800"/>
            <a:ext cx="1238576" cy="46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Frontend &amp; Integration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36721" y="2200826"/>
            <a:ext cx="1238576" cy="465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UI, alerts, report generation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24132" y="1376834"/>
            <a:ext cx="1238576" cy="46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Testing &amp; Deployment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24132" y="1906860"/>
            <a:ext cx="1238576" cy="46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UAT, security audit, pilot launch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3943" y="3191545"/>
            <a:ext cx="81961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project follows an agile, phased approach — from requirements gathering through iterative development to pilot deployment — ensuring each component is validated before advancing.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73943" y="3561606"/>
            <a:ext cx="4059957" cy="567482"/>
          </a:xfrm>
          <a:prstGeom prst="roundRect">
            <a:avLst>
              <a:gd name="adj" fmla="val 751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206" y="3667869"/>
            <a:ext cx="3847430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0206" y="3880619"/>
            <a:ext cx="3847430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· Django/Flask · REST API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10026" y="3561606"/>
            <a:ext cx="4060031" cy="567482"/>
          </a:xfrm>
          <a:prstGeom prst="roundRect">
            <a:avLst>
              <a:gd name="adj" fmla="val 751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16289" y="3667869"/>
            <a:ext cx="3847505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ML &amp; Analytics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16289" y="3880619"/>
            <a:ext cx="384750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Scikit-learn · Pandas · NumPy · Matplotlib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73943" y="4205213"/>
            <a:ext cx="4059957" cy="567482"/>
          </a:xfrm>
          <a:prstGeom prst="roundRect">
            <a:avLst>
              <a:gd name="adj" fmla="val 751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206" y="4311476"/>
            <a:ext cx="3847430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0206" y="4524226"/>
            <a:ext cx="3847430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React.js · Chart.js · Bootstrap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610026" y="4205213"/>
            <a:ext cx="4060031" cy="567482"/>
          </a:xfrm>
          <a:prstGeom prst="roundRect">
            <a:avLst>
              <a:gd name="adj" fmla="val 7517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16289" y="4311476"/>
            <a:ext cx="3847505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Database &amp; Cloud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16289" y="4524226"/>
            <a:ext cx="384750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PostgreSQL · Redis · AWS/GCP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8562"/>
            <a:ext cx="8196114" cy="361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Security, Scalability &amp; Real-World Applications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336849"/>
            <a:ext cx="5233541" cy="2965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0584" y="983828"/>
            <a:ext cx="269416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Security &amp; Access 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0584" y="1254100"/>
            <a:ext cx="2694161" cy="860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Role-based access control (Student, Faculty, Admin)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Encrypted data storage and HTTPS transmission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Session management and audit logging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80584" y="2203698"/>
            <a:ext cx="269416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0584" y="2473970"/>
            <a:ext cx="2694161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Cloud-native architecture supporting hundreds to thousands of users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Modular microservices for independent scaling of ML and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80584" y="3232770"/>
            <a:ext cx="2694161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0584" y="3503042"/>
            <a:ext cx="2694161" cy="1210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Early warning systems for academic advisors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Curriculum effectiveness analysis for departments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Personalized student mentoring and counseling</a:t>
            </a:r>
            <a:endParaRPr lang="en-US" sz="850" dirty="0"/>
          </a:p>
          <a:p>
            <a:pPr marL="172720" indent="-172720" algn="l">
              <a:lnSpc>
                <a:spcPct val="121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Institutional accreditation and compliance reporting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58763"/>
            <a:ext cx="4767114" cy="737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Expected Outcomes &amp; Conclusion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02943" y="1391766"/>
            <a:ext cx="2325514" cy="370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30%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3902943" y="1887438"/>
            <a:ext cx="2325514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Faster Risk Detection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02943" y="2127498"/>
            <a:ext cx="2325514" cy="49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Estimated reduction in time to identify at-risk students through automated ML alerts.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344469" y="1391766"/>
            <a:ext cx="2325588" cy="370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344469" y="1887438"/>
            <a:ext cx="2325588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Unified Platform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44469" y="2127498"/>
            <a:ext cx="2325588" cy="49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single dashboard replacing fragmented manual record-keeping across departments.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123706" y="2860997"/>
            <a:ext cx="2325514" cy="370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24/7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5123706" y="3356670"/>
            <a:ext cx="2325514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Monitoring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23706" y="3596729"/>
            <a:ext cx="2325514" cy="32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performance tracking available to students and faculty at any time.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902943" y="4029001"/>
            <a:ext cx="4767114" cy="655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platform bridges the gap between raw academic data and actionable insight. By integrating attendance, internal marks, and ML-driven predictions, it empowers institutions to shift from reactive remediation to proactive student success — fostering a data-driven culture of academic excellence.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828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Sora Bold</vt:lpstr>
      <vt:lpstr>Arial</vt:lpstr>
      <vt:lpstr>Sora Light</vt:lpstr>
      <vt:lpstr>Alexandria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3</cp:revision>
  <dcterms:created xsi:type="dcterms:W3CDTF">2026-07-28T05:21:25Z</dcterms:created>
  <dcterms:modified xsi:type="dcterms:W3CDTF">2026-08-07T06:00:29Z</dcterms:modified>
</cp:coreProperties>
</file>